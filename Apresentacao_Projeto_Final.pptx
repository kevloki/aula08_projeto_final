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0B4D8"/>
                </a:solidFill>
              </a:rPr>
              <a:t>Classificador de Saude Fetal com CTG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Um pipeline completo de Machine Learning — do dado bruto ate o deploy em producao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BBCC"/>
                </a:solidFill>
              </a:rPr>
              <a:t>Supabase  ·  DuckDB  ·  DVC  ·  DagsHub  ·  MLflow  ·  Docker  ·  Render  · 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38328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BBCC"/>
                </a:solidFill>
              </a:rPr>
              <a:t>O que voce vai ver aqui:
Como eu transformei um CSV do Kaggle em uma aplicacao web real, com modelo em producao,
versionamento de dados e deploy automatico — usando as mesmas ferramentas do mercado.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7788"/>
                </a:solidFill>
              </a:rPr>
              <a:t>Keven Gomes Pereira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O Problema — Por que saude fetal?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71323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O que e CTG?
Cardiotocografia (CTG) e um exame feito durante a gestacao que monitora dois sinais ao mesmo tempo:
   • a frequencia cardiaca do bebe
   • as contracoes uterinas da mae
O problema e que interpretar esses sinais nao e trivial. Medicos experientes discordam entre si em ate 25% dos casos.
A ideia do projeto:
Usar Machine Learning para ajudar na classificacao automatica, reduzindo erros e acelerando decisoes criticas.
O dataset vem do Kaggle com 2.126 exames ja rotulados por especialistas — perfeito para treinar um classificador.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1005840"/>
            <a:ext cx="4023360" cy="1554480"/>
          </a:xfrm>
          <a:prstGeom prst="rect">
            <a:avLst/>
          </a:prstGeom>
          <a:solidFill>
            <a:srgbClr val="0A3A1A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0515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CC71"/>
                </a:solidFill>
              </a:rPr>
              <a:t>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463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77.8%  |  1.655 exames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834640"/>
            <a:ext cx="4023360" cy="1554480"/>
          </a:xfrm>
          <a:prstGeom prst="rect">
            <a:avLst/>
          </a:prstGeom>
          <a:solidFill>
            <a:srgbClr val="3A2A0A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28803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39C12"/>
                </a:solidFill>
              </a:rPr>
              <a:t>Suspect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291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13.9%  |  295 exames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4663440"/>
            <a:ext cx="4023360" cy="1554480"/>
          </a:xfrm>
          <a:prstGeom prst="rect">
            <a:avLst/>
          </a:prstGeom>
          <a:solidFill>
            <a:srgbClr val="3A0A0A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47091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74C3C"/>
                </a:solidFill>
              </a:rPr>
              <a:t>Pathological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120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8.3%  |  176 exames — urgente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Como eu montei o pipeline — visao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ABBCC"/>
                </a:solidFill>
              </a:rPr>
              <a:t>Cada ferramenta tem uma funcao especifica. Nenhuma e redundante — e um fluxo que qualquer empresa de dados usaria.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150876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2A"/>
                </a:solidFill>
              </a:rPr>
              <a:t>Kaggle
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51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Fonte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088" y="1874519"/>
            <a:ext cx="155448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02536" y="1508760"/>
            <a:ext cx="1508760" cy="1005840"/>
          </a:xfrm>
          <a:prstGeom prst="rect">
            <a:avLst/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2A"/>
                </a:solidFill>
              </a:rPr>
              <a:t>Supabase
PostgreSQL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6" y="2651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Armazenar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9584" y="1874519"/>
            <a:ext cx="155448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85032" y="1508760"/>
            <a:ext cx="1508760" cy="10058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2A"/>
                </a:solidFill>
              </a:rPr>
              <a:t>DuckDB
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651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Transformar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874519"/>
            <a:ext cx="155448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67528" y="1508760"/>
            <a:ext cx="1508760" cy="1005840"/>
          </a:xfrm>
          <a:prstGeom prst="rect">
            <a:avLst/>
          </a:prstGeom>
          <a:solidFill>
            <a:srgbClr val="A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2A"/>
                </a:solidFill>
              </a:rPr>
              <a:t>DVC +
DagsHub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651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94576" y="1874519"/>
            <a:ext cx="155448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50024" y="1508760"/>
            <a:ext cx="1508760" cy="1005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2A"/>
                </a:solidFill>
              </a:rPr>
              <a:t>MLflow
Experimentos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304" y="2651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Treinar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77072" y="1874519"/>
            <a:ext cx="155448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32520" y="1508760"/>
            <a:ext cx="1508760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2A"/>
                </a:solidFill>
              </a:rPr>
              <a:t>Docker
Container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51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Empacotar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59568" y="1874519"/>
            <a:ext cx="155448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15016" y="1508760"/>
            <a:ext cx="1508760" cy="10058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1B2A"/>
                </a:solidFill>
              </a:rPr>
              <a:t>Render
Streamlit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9296" y="2651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Publicar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154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4D8"/>
                </a:solidFill>
              </a:rPr>
              <a:t>Por que esse fluxo faz sentido?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1188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Cada etapa resolve um problema real:
  •  Supabase simula um banco de dados de producao — nao e um CSV local jogado numa pasta.
  •  DuckDB faz as transformacoes em SQL diretamente na memoria — sem precisar subir um servidor.
  •  DVC versiona os dados como o Git versiona o codigo — qualquer pessoa pode reproduzir exatamente o que eu fiz.
  •  MLflow registra cada experimento com metricas, parametros e o proprio modelo — sem isso a gente perde o historico.
  •  Docker garante que o app roda igual em qualquer maquina — 'na minha funciona' deixa de existir.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De onde vem os dados — Supabase e DuckDB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5394960"/>
          </a:xfrm>
          <a:prstGeom prst="rect">
            <a:avLst/>
          </a:prstGeom>
          <a:solidFill>
            <a:srgbClr val="1A2A3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SUPABASE  —  o banco de dados na nuvem
Em vez de usar um CSV local, eu subi os dados para o Supabase — um PostgreSQL gerenciado e gratuito.
Por que isso importa?
Porta: simula como dados chegam em producao (via API, nao via arquivo).
O que o ingestion.py faz:
  1. Conecta ao Supabase com a chave de API
  2. Baixa os 2.126 registros em paginas de 1.000
  3. Salva como CSV em data/raw/
Credenciais ficam no .env — nunca no git.
Se alguem clonar o repo, precisa das proprias credenciais.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005840"/>
            <a:ext cx="5532120" cy="5394960"/>
          </a:xfrm>
          <a:prstGeom prst="rect">
            <a:avLst/>
          </a:prstGeom>
          <a:solidFill>
            <a:srgbClr val="1A2A3A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09728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DUCKDB  —  feature engineering em SQL puro
DuckDB e um banco de dados que roda dentro do Python — sem servidor, sem configuracao.
Voce passa um DataFrame, escreve SQL, pega o resultado. Simples assim.
O que eu fiz no preprocessing.py:
  •  Remove duplicatas com SELECT DISTINCT
  •  Cria 3 features novas via SQL:
     accel_decel_ratio
     = aceleracoes / total de desaceleracoes
     (quanto o coracao do bebe esta acelerando
      em relacao a quanto esta desacelerando)
     histogram_range = max - min
     histogram_skew_proxy = media - mediana
  •  Salva o resultado como Parquet em data/processed/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Versionamento — DVC e DagsHub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BBCC"/>
                </a:solidFill>
              </a:rPr>
              <a:t>Problema: Git nao versiona arquivos grandes. Solucao: DVC faz isso por ele.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Como o DVC funciona na pratica:
Quando voce roda  dvc add data/raw/fetal_health.csv
o DVC nao guarda o arquivo no Git — guarda um hash dele.
O arquivo real vai para o storage remoto (DagsHub).
O dvc.yaml define o pipeline em 3 estagios:
  ingestion.py
      le do Supabase → salva CSV
         ↓
  preprocessing.py
      le CSV → DuckDB → salva Parquet
         ↓
  train.py
      le Parquet → treina → MLflow
Com  dvc repro  qualquer pessoa reconstroi
todo o pipeline do zero — automaticamente.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17320"/>
            <a:ext cx="5577840" cy="4937760"/>
          </a:xfrm>
          <a:prstGeom prst="rect">
            <a:avLst/>
          </a:prstGeom>
          <a:solidFill>
            <a:srgbClr val="1A2A3A"/>
          </a:solidFill>
          <a:ln>
            <a:solidFill>
              <a:srgbClr val="A0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087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Por que o DagsHub?
O DagsHub e uma plataforma feita especificamente para projetos de ML.
Ele faz duas coisas ao mesmo tempo:
  1. Hospeda o storage do DVC
     (como um S3 gratuito para os dados)
  2. Hospeda o servidor do MLflow
     (para rastrear os experimentos)
Isso significa que, se voce clonar o meu repo e rodar:
     dvc pull
voce baixa exatamente os mesmos dados
que eu usei para treinar o modelo.
Reproducibilidade real, nao so no papel.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Treinamento e Experimentacao com MLflow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ABBCC"/>
                </a:solidFill>
              </a:rPr>
              <a:t>Treinei 3 modelos diferentes e comparei as metricas — o MLflow salvou tudo automaticamente no DagsHub.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288036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D1B2A"/>
                </a:solidFill>
              </a:rPr>
              <a:t>Modelo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417320"/>
            <a:ext cx="150876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D1B2A"/>
                </a:solidFill>
              </a:rPr>
              <a:t>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417320"/>
            <a:ext cx="150876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D1B2A"/>
                </a:solidFill>
              </a:rPr>
              <a:t>F1-Macro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17320"/>
            <a:ext cx="150876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D1B2A"/>
                </a:solidFill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1417320"/>
            <a:ext cx="406908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D1B2A"/>
                </a:solidFill>
              </a:rPr>
              <a:t>Observacao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2880360" cy="868680"/>
          </a:xfrm>
          <a:prstGeom prst="rect">
            <a:avLst/>
          </a:prstGeom>
          <a:solidFill>
            <a:srgbClr val="0A3518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CC71"/>
                </a:solidFill>
              </a:rPr>
              <a:t>Random Forest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965960"/>
            <a:ext cx="1508760" cy="868680"/>
          </a:xfrm>
          <a:prstGeom prst="rect">
            <a:avLst/>
          </a:prstGeom>
          <a:solidFill>
            <a:srgbClr val="0A3518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96.0%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965960"/>
            <a:ext cx="1508760" cy="868680"/>
          </a:xfrm>
          <a:prstGeom prst="rect">
            <a:avLst/>
          </a:prstGeom>
          <a:solidFill>
            <a:srgbClr val="0A3518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93.6%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965960"/>
            <a:ext cx="1508760" cy="868680"/>
          </a:xfrm>
          <a:prstGeom prst="rect">
            <a:avLst/>
          </a:prstGeom>
          <a:solidFill>
            <a:srgbClr val="0A3518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98.9%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965960"/>
            <a:ext cx="4069080" cy="868680"/>
          </a:xfrm>
          <a:prstGeom prst="rect">
            <a:avLst/>
          </a:prstGeom>
          <a:solidFill>
            <a:srgbClr val="0A3518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Melhor em tudo. Robusto, interpreta bem dados desbalanceados com class_weight.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24359" y="2011679"/>
            <a:ext cx="50292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D1B2A"/>
                </a:solidFill>
              </a:rPr>
              <a:t>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26080"/>
            <a:ext cx="28803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39C12"/>
                </a:solidFill>
              </a:rPr>
              <a:t>Gradient Boosting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926080"/>
            <a:ext cx="15087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95.5%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2926080"/>
            <a:ext cx="15087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91.5%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926080"/>
            <a:ext cx="15087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98.4%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26080"/>
            <a:ext cx="406908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Muito proximo do RF, mas treinamento mais lento e sem ajuste de peso por classe.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86200"/>
            <a:ext cx="28803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74C3C"/>
                </a:solidFill>
              </a:rPr>
              <a:t>Logistic Regression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3886200"/>
            <a:ext cx="15087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87.3%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3886200"/>
            <a:ext cx="15087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79.6%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886200"/>
            <a:ext cx="150876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96.9%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3886200"/>
            <a:ext cx="4069080" cy="868680"/>
          </a:xfrm>
          <a:prstGeom prst="rect">
            <a:avLst/>
          </a:prstGeom>
          <a:solidFill>
            <a:srgbClr val="1A2A3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Baseline linear. Util para comparar — mostra que o problema nao e linearmente separavel.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B4D8"/>
                </a:solidFill>
              </a:rPr>
              <a:t>Por que F1-Macro e a metrica principal?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Accuracy seria enganosa aqui: se o modelo chutasse 'Normal' pra tudo, acertaria 77.8% — mas deixaria passar todos os casos Pathological.
F1-Macro trata todas as classes igualmente, penalizando erros na classe minoritaria. E o que importa clinicamente.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O App — Interface para usar o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CC71"/>
                </a:solidFill>
              </a:rPr>
              <a:t>aula08-projeto-final.onrender.com  —  publico, sem login, funciona agora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3794760" cy="5212080"/>
          </a:xfrm>
          <a:prstGeom prst="rect">
            <a:avLst/>
          </a:prstGeom>
          <a:solidFill>
            <a:srgbClr val="1A2A3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B4D8"/>
                </a:solidFill>
              </a:rPr>
              <a:t>Aba Predicao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O medico (ou qualquer pessoa) preenche os valores
do exame CTG no painel lateral — sao os mesmos 21
campos que o modelo foi treinado para interpretar.
Ao clicar em Classificar:
  1. Os valores vao para o predict.py
  2. O modelo (carregado do MLflow) faz a predicao
  3. Aparecem 3 gauges com a probabilidade de cada
     classe: Normal, Suspect, Pathological
O modelo e carregado uma vez ao abrir o app e
fica em cache — nao precisa baixar de novo.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17320"/>
            <a:ext cx="3794760" cy="5212080"/>
          </a:xfrm>
          <a:prstGeom prst="rect">
            <a:avLst/>
          </a:prstGeom>
          <a:solidFill>
            <a:srgbClr val="1A2A3A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5087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CC71"/>
                </a:solidFill>
              </a:rPr>
              <a:t>Aba Exploracao de Dados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01168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Os dados vem direto do Supabase em tempo real —
nao e um CSV embutido no app.
O que o usuario ve:
  •  Distribuicao das 3 classes (grafico de pizza)
  •  Boxplot interativo: escolhe qualquer feature
     e ve como ela se distribui por classe
  •  Tabela de estatisticas descritivas
Isso mostra que features como 'abnormal_short_term_
variability' sao muito mais altas nos casos
Pathological — o modelo aprendeu isso.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17320"/>
            <a:ext cx="3794760" cy="5212080"/>
          </a:xfrm>
          <a:prstGeom prst="rect">
            <a:avLst/>
          </a:prstGeom>
          <a:solidFill>
            <a:srgbClr val="1A2A3A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5087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39C12"/>
                </a:solidFill>
              </a:rPr>
              <a:t>Aba Sobre 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01168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Documentacao embutida no proprio app:
  •  Descricao do problema
  •  Diagrama da arquitetura
  •  Tabela com resultados dos 3 modelos
  •  Link para o repo no GitHub
A ideia e que qualquer pessoa que abra o app
entenda o que ele faz sem precisar ler o README.
O app e auto-explicativo.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Do meu computador para a internet — Docker e Render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577840" cy="5394960"/>
          </a:xfrm>
          <a:prstGeom prst="rect">
            <a:avLst/>
          </a:prstGeom>
          <a:solidFill>
            <a:srgbClr val="1A2A3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DOCKER  —  empacotando tudo
O problema sem Docker:
'Na minha maquina funciona' — na do professor pode nao funcionar.
O Dockerfile faz o seguinte:
  1. Pega uma imagem limpa do Python 3.11
  2. Instala todas as dependencias do requirements.txt
  3. Copia o codigo do projeto
  4. Define o comando de inicializacao:
     streamlit run app/streamlit_app.py
       --server.port=$PORT
       --server.address=0.0.0.0
A porta e dinamica ($PORT) porque o Render
define qual porta usar — nao a gente.
Testei localmente com  docker run  antes
de subir — o app rodou identico.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005840"/>
            <a:ext cx="5577840" cy="5394960"/>
          </a:xfrm>
          <a:prstGeom prst="rect">
            <a:avLst/>
          </a:prstGeom>
          <a:solidFill>
            <a:srgbClr val="1A2A3A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RENDER  —  o deploy automatico
Render e como um 'Heroku moderno' — conecta
ao GitHub e faz o deploy automaticamente.
Como configurei:
  1. Conectei o repo GitHub ao Render
  2. Escolhi 'Docker' como tipo de deploy
  3. Adicionei as variaveis de ambiente no painel:
     SUPABASE_URL, SUPABASE_KEY
     DAGSHUB_TOKEN, MLFLOW_TRACKING_URI...
A partir dai:
  qualquer push na branch main
  → Render faz build da imagem Docker
  → sobe o novo container automaticamente
Isso e CI/CD basico — sem precisar apertar
nada depois do git push.
URL final:
aula08-projeto-final.onrender.com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</a:rPr>
              <a:t>Resultado Final — tudo funcionando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75720" cy="1024128"/>
          </a:xfrm>
          <a:prstGeom prst="rect">
            <a:avLst/>
          </a:prstGeom>
          <a:solidFill>
            <a:srgbClr val="1A2A3A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C71"/>
                </a:solidFill>
              </a:rPr>
              <a:t>GitHub + DagsHub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Todo o codigo com historico de commits. Dados versionados via DVC. Qualquer um pode clonar e rodar  dvc repro  para reproduzir o projeto inteiro.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097280"/>
            <a:ext cx="4160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CC"/>
                </a:solidFill>
              </a:rPr>
              <a:t>github.com/kevloki/Aula08_Projeto_Final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21408"/>
            <a:ext cx="11475720" cy="1024128"/>
          </a:xfrm>
          <a:prstGeom prst="rect">
            <a:avLst/>
          </a:prstGeom>
          <a:solidFill>
            <a:srgbClr val="1A2A3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671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</a:rPr>
              <a:t>Supabase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96896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2.126 registros de exames CTG em um banco PostgreSQL real na nuvem. O pipeline busca os dados de la — nao de um arquivo local.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212848"/>
            <a:ext cx="4160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CC"/>
                </a:solidFill>
              </a:rPr>
              <a:t>bespxbjpmvmwvmppxkiw.supabase.co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36976"/>
            <a:ext cx="11475720" cy="1024128"/>
          </a:xfrm>
          <a:prstGeom prst="rect">
            <a:avLst/>
          </a:prstGeom>
          <a:solidFill>
            <a:srgbClr val="1A2A3A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39C12"/>
                </a:solidFill>
              </a:rPr>
              <a:t>MLflow no DagsHub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1246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6 runs registrados (2 rodadas de treinamento x 3 modelos). Metricas, parametros, artefatos e o modelo vencedor no Model Registry como versao 1 em Production.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3328416"/>
            <a:ext cx="4160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CC"/>
                </a:solidFill>
              </a:rPr>
              <a:t>dagshub.com/kevloki/my-first-repo.mlflow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352544"/>
            <a:ext cx="11475720" cy="1024128"/>
          </a:xfrm>
          <a:prstGeom prst="rect">
            <a:avLst/>
          </a:prstGeom>
          <a:solidFill>
            <a:srgbClr val="1A2A3A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9826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</a:rPr>
              <a:t>Docker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28031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Imagem de 2.16 GB testada localmente. O app sobe em qualquer maquina com Docker instalado — sem instalar Python, sem configurar ambiente.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4443983"/>
            <a:ext cx="4160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CC"/>
                </a:solidFill>
              </a:rPr>
              <a:t>docker run -p 8501:8501 --env-file .env fetal-health-app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468112"/>
            <a:ext cx="11475720" cy="1024128"/>
          </a:xfrm>
          <a:prstGeom prst="rect">
            <a:avLst/>
          </a:prstGeom>
          <a:solidFill>
            <a:srgbClr val="1A2A3A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138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C71"/>
                </a:solidFill>
              </a:rPr>
              <a:t>Render + Streamlit — APP PUBLICA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 app esta no ar agora. Qualquer pessoa pode acessar, inserir valores de um exame CTG e ver a classificacao com probabilidades.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5559552"/>
            <a:ext cx="4160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CC"/>
                </a:solidFill>
              </a:rPr>
              <a:t>aula08-projeto-final.onrender.com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